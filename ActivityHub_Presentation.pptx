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0F0F5"/>
                </a:solidFill>
              </a:rPr>
              <a:t>ActivityHub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8F135"/>
                </a:solidFill>
              </a:rPr>
              <a:t>Campus Activity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FCC Open Source Project  ·  Raspberry Pi Zero 2W  ·  PHP + MariaDB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1645920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0F5"/>
                </a:solidFill>
              </a:rPr>
              <a:t>Team JUJU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Meet 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73152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26187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劉建宏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F135"/>
                </a:solidFill>
              </a:rPr>
              <a:t>Full Stack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413856047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73152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26187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原仁一郎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69164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</a:rPr>
              <a:t>Backend Developer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05740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413855221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09728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26187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姚昭揚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9164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</a:rPr>
              <a:t>Frontend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05740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413856062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337560"/>
            <a:ext cx="3566160" cy="73152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02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歐陽宏星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931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22"/>
                </a:solidFill>
              </a:rPr>
              <a:t>Database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29768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413854679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33756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337560"/>
            <a:ext cx="356616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502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蕭嘉翔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931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CD4"/>
                </a:solidFill>
              </a:rPr>
              <a:t>Project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29768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413856187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337560"/>
            <a:ext cx="3566160" cy="201168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337560"/>
            <a:ext cx="3566160" cy="73152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502152"/>
            <a:ext cx="3236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F0F5"/>
                </a:solidFill>
              </a:rPr>
              <a:t>陳永強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39319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1E63"/>
                </a:solidFill>
              </a:rPr>
              <a:t>System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29768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ID: 413855742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F135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Monthly calendar view with activity pills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Create, edit, and delete activities (CRUD)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9816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RSVP / join activities with your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58184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Category filter 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1655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Team member introduction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19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Fully server-side rendered PHP — no JS frameworks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669280" cy="530352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6AF7"/>
                </a:solidFill>
              </a:rPr>
              <a:t>Tech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HTTP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Apache 2.4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441448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414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41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PHP 8.4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99816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0998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998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MariaDB 11.8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58184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7581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75818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Raspberry Pi Zero 2W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416552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4165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165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DietPi (Debian)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074919"/>
            <a:ext cx="1828800" cy="457200"/>
          </a:xfrm>
          <a:prstGeom prst="rect">
            <a:avLst/>
          </a:prstGeom>
          <a:solidFill>
            <a:srgbClr val="22222E"/>
          </a:solidFill>
          <a:ln w="6350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074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0749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5"/>
                </a:solidFill>
              </a:rPr>
              <a:t>Vanilla HTML / 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286000" cy="100584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ERD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286000" cy="100584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097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Relational
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2286000" cy="10058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097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3rd Normal
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097280"/>
            <a:ext cx="2286000" cy="10058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972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RDB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474720" cy="347472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3474720" cy="50292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  INT  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55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name  VARCHAR(50)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color  VARCHAR(7)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15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icon  VARCHAR(10)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2331720"/>
            <a:ext cx="3474720" cy="347472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0248" y="2331720"/>
            <a:ext cx="3474720" cy="5029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  INT  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355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title  VARCHAR(100)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category_id  INT 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215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start_datetime  DATETIME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645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end_datetime  DATETIME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507491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max_participants  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5504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created_by  VARCHAR(50)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2331720"/>
            <a:ext cx="3474720" cy="347472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2331720"/>
            <a:ext cx="34747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3296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0F13"/>
                </a:solidFill>
              </a:rPr>
              <a:t>rsvps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id  INT  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355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activity_id  INT  FK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participant_name  VARCHAR(50)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4215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joined_at  TIMESTAMP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4645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UNIQUE(activity_id, name)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99"/>
                </a:solidFill>
              </a:rPr>
              <a:t>categories  1 ──── ∞  activities  1 ──── ∞  rsvps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3rd Normal Form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160020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" cy="160020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F135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135"/>
                </a:solidFill>
              </a:rPr>
              <a:t>1NF — First Normal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All attributes are atomic — no repeating groups or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Every table has a single-column primary key (id)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11247120" cy="160020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109728" cy="1600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6AF7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6AF7"/>
                </a:solidFill>
              </a:rPr>
              <a:t>2NF — Second Normal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747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All non-key attributes depend on the whole primary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862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No partial dependencies — PKs are single-column so 2NF is automatically satisfied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11247120" cy="160020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617720"/>
            <a:ext cx="109728" cy="16002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CD4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CD4"/>
                </a:solidFill>
              </a:rPr>
              <a:t>3NF — Third Normal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20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No transitive dependencies exist between non-key attributes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2356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category name/color/icon live in categories — not duplicated in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60350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• activity details live in activities — not duplicated in rsvps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Application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669280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669280" cy="73152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135"/>
                </a:solidFill>
              </a:rPr>
              <a:t>Calendar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Monthly grid with colored activity pills per day. Navigate months with Prev/Next.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43000"/>
            <a:ext cx="5669280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669280" cy="73152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075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6AF7"/>
                </a:solidFill>
              </a:rPr>
              <a:t>Activity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Click any activity to see full info, RSVP list, join form, edit/delete buttons.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40"/>
            <a:ext cx="5669280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5669280" cy="7315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13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800"/>
                </a:solidFill>
              </a:rPr>
              <a:t>Create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Form with title, category, location, datetime, max participants, and creator name.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49040"/>
            <a:ext cx="5669280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49040"/>
            <a:ext cx="56692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13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CD4"/>
                </a:solidFill>
              </a:rPr>
              <a:t>Category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348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Sidebar lets users filter activities by Sports, Study, Social, Arts, or Tech.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0F5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286000" cy="1097280"/>
          </a:xfrm>
          <a:prstGeom prst="rect">
            <a:avLst/>
          </a:prstGeom>
          <a:solidFill>
            <a:srgbClr val="36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F0F5"/>
                </a:solidFill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3"/>
                </a:solidFill>
              </a:rPr>
              <a:t>Client sends HTTP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286000"/>
            <a:ext cx="2286000" cy="109728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F0F5"/>
                </a:solidFill>
              </a:rPr>
              <a:t>Apache 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3"/>
                </a:solidFill>
              </a:rPr>
              <a:t>HTTP server routes to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286000"/>
            <a:ext cx="2286000" cy="109728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F0F5"/>
                </a:solidFill>
              </a:rPr>
              <a:t>PHP 8.4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3"/>
                </a:solidFill>
              </a:rPr>
              <a:t>index.php / api.php process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5603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9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2286000"/>
            <a:ext cx="2286000" cy="10972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F0F5"/>
                </a:solidFill>
              </a:rPr>
              <a:t>MariaDB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0F13"/>
                </a:solidFill>
              </a:rPr>
              <a:t>activity_calendar database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11247120" cy="1371600"/>
          </a:xfrm>
          <a:prstGeom prst="rect">
            <a:avLst/>
          </a:prstGeom>
          <a:solidFill>
            <a:srgbClr val="1A1A22"/>
          </a:solidFill>
          <a:ln w="9525">
            <a:solidFill>
              <a:srgbClr val="2E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135"/>
                </a:solidFill>
              </a:rPr>
              <a:t>Hardware: Raspberry Pi Zero 2W running DietPi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Network for demo: link-local only (WiFi off)  ·  Connect via USB/Ethernet  ·  Access at http://&lt;pi-ip&gt;/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F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0F0F5"/>
                </a:solidFill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F135"/>
                </a:solidFill>
              </a:rPr>
              <a:t>ActivityHub — Campus Activity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✓  Server-side PHP with no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330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✓  Full CRUD with MariaDB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085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✓  Schema designed through ERD → 3NF → RDB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8406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99"/>
                </a:solidFill>
              </a:rPr>
              <a:t>✓  Runs on Raspberry Pi Zero 2W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99"/>
                </a:solidFill>
              </a:rPr>
              <a:t>github.com/dennisrafaels/repo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